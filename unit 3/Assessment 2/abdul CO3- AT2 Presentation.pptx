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8" r:id="rId3"/>
    <p:sldId id="266" r:id="rId4"/>
    <p:sldId id="26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5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  <p:extLst>
      <p:ext uri="{BB962C8B-B14F-4D97-AF65-F5344CB8AC3E}">
        <p14:creationId xmlns:p14="http://schemas.microsoft.com/office/powerpoint/2010/main" val="2807694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9248" y="4807571"/>
            <a:ext cx="3993500" cy="356508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r>
              <a:rPr lang="en-IN" b="1" dirty="0">
                <a:solidFill>
                  <a:srgbClr val="0C0C0C"/>
                </a:solidFill>
                <a:latin typeface="Times New Roman" panose="02020603050405020304"/>
                <a:cs typeface="Times New Roman" panose="02020603050405020304"/>
              </a:rPr>
              <a:t>Abdul Razak Shaik (192524358)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331" y="475651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7555" y="328508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83577" y="1839864"/>
            <a:ext cx="10824845" cy="566181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0" indent="0" algn="ctr">
              <a:buNone/>
            </a:pPr>
            <a:r>
              <a:rPr lang="en-IN" b="1" dirty="0"/>
              <a:t>Harris Corners for Whiteboard Content Extraction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63642" y="397890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SIMATS</a:t>
            </a:r>
            <a:r>
              <a:rPr sz="2800" spc="-145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3292163" y="828675"/>
            <a:ext cx="518604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INSTITUTE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sz="2000" b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sz="2000" b="1" spc="-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spc="-10" dirty="0">
                <a:latin typeface="Times New Roman" panose="02020603050405020304"/>
                <a:cs typeface="Times New Roman" panose="02020603050405020304"/>
              </a:rPr>
              <a:t>SCIENCES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3998C6-6E8D-C849-E0C2-3AE8F4285278}"/>
              </a:ext>
            </a:extLst>
          </p:cNvPr>
          <p:cNvSpPr txBox="1"/>
          <p:nvPr/>
        </p:nvSpPr>
        <p:spPr>
          <a:xfrm>
            <a:off x="3319370" y="3271849"/>
            <a:ext cx="5553257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DSA0205- Computer Vision with Open CV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58B65-3735-FABC-979E-00BC3B70902A}"/>
              </a:ext>
            </a:extLst>
          </p:cNvPr>
          <p:cNvSpPr txBox="1"/>
          <p:nvPr/>
        </p:nvSpPr>
        <p:spPr>
          <a:xfrm>
            <a:off x="4626429" y="376145"/>
            <a:ext cx="23233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37D31-EF54-0EBC-E76D-2FE005EB3338}"/>
              </a:ext>
            </a:extLst>
          </p:cNvPr>
          <p:cNvSpPr txBox="1"/>
          <p:nvPr/>
        </p:nvSpPr>
        <p:spPr>
          <a:xfrm>
            <a:off x="1630714" y="1605114"/>
            <a:ext cx="908801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Harris Corners for Whiteboard Content Extraction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computer vision technique used to identify important points in a whiteboard image.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Harris Corner Detection algorithm detects corners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changes in image intensity in different directions.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the whiteboard image is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noise and convert it into a suitable format.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Then, Harris corner detection is applied to identify strong corner points present in handwritten text, diagrams, boxes, and lines.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features can be used to locate and extract useful whiteboard content.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method can help in digitizing classroom notes, meeting discussions, and handwritten information for further processing such as OCR and document analysis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4B6CD763-6950-0918-B4D1-33DE847C6F1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181" y="153802"/>
            <a:ext cx="1135116" cy="1342883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36BE12DA-9FED-C5EE-3EEE-A15EDED2BB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72706" y="153802"/>
            <a:ext cx="1520113" cy="1143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06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3C18FE18-B083-565A-5246-804233ACF3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13" name="object 4">
            <a:extLst>
              <a:ext uri="{FF2B5EF4-FFF2-40B4-BE49-F238E27FC236}">
                <a16:creationId xmlns:a16="http://schemas.microsoft.com/office/drawing/2014/main" id="{CEFF76AB-9EC5-5CFC-8C0F-8B5BE9E62FF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D61839-969B-8AA4-4BAD-05A89CC72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0" y="153803"/>
            <a:ext cx="5143500" cy="642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058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B7626D-A966-4AC9-7E90-5961546D9AD9}"/>
              </a:ext>
            </a:extLst>
          </p:cNvPr>
          <p:cNvSpPr txBox="1"/>
          <p:nvPr/>
        </p:nvSpPr>
        <p:spPr>
          <a:xfrm>
            <a:off x="2743200" y="2455664"/>
            <a:ext cx="77038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0" b="1" dirty="0"/>
              <a:t>  THANK YOU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BC52C0A9-324E-9E41-2207-19BBE0D472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571" y="153803"/>
            <a:ext cx="1135116" cy="932048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AA7DAC9D-3CFE-02EB-E6A6-E02E7B0C9DF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316" y="153803"/>
            <a:ext cx="1520113" cy="81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958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152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Times New Roman</vt:lpstr>
      <vt:lpstr>Wingdings</vt:lpstr>
      <vt:lpstr>Office Theme</vt:lpstr>
      <vt:lpstr>SIMATS ENGINEERING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SHAIK</cp:lastModifiedBy>
  <cp:revision>13</cp:revision>
  <dcterms:created xsi:type="dcterms:W3CDTF">2026-07-15T03:11:26Z</dcterms:created>
  <dcterms:modified xsi:type="dcterms:W3CDTF">2026-08-17T17:45:56Z</dcterms:modified>
</cp:coreProperties>
</file>