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0" r:id="rId2"/>
    <p:sldId id="271" r:id="rId3"/>
    <p:sldId id="259" r:id="rId4"/>
    <p:sldId id="258" r:id="rId5"/>
    <p:sldId id="266" r:id="rId6"/>
    <p:sldId id="26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SHAIK" userId="37e9e2edc0a58aeb" providerId="LiveId" clId="{5A9BD8D4-D2FE-4420-8A0A-EF31372BB950}"/>
    <pc:docChg chg="addSld modSld sldOrd">
      <pc:chgData name="ABDUL SHAIK" userId="37e9e2edc0a58aeb" providerId="LiveId" clId="{5A9BD8D4-D2FE-4420-8A0A-EF31372BB950}" dt="2026-08-19T18:53:52.650" v="26" actId="14100"/>
      <pc:docMkLst>
        <pc:docMk/>
      </pc:docMkLst>
      <pc:sldChg chg="addSp delSp modSp new mod ord">
        <pc:chgData name="ABDUL SHAIK" userId="37e9e2edc0a58aeb" providerId="LiveId" clId="{5A9BD8D4-D2FE-4420-8A0A-EF31372BB950}" dt="2026-08-19T18:53:40.681" v="23"/>
        <pc:sldMkLst>
          <pc:docMk/>
          <pc:sldMk cId="638920114" sldId="270"/>
        </pc:sldMkLst>
        <pc:spChg chg="add del mod">
          <ac:chgData name="ABDUL SHAIK" userId="37e9e2edc0a58aeb" providerId="LiveId" clId="{5A9BD8D4-D2FE-4420-8A0A-EF31372BB950}" dt="2026-08-19T18:53:40.681" v="23"/>
          <ac:spMkLst>
            <pc:docMk/>
            <pc:sldMk cId="638920114" sldId="270"/>
            <ac:spMk id="4" creationId="{59F7FDB6-62D1-920B-2EFD-734D1BB4B243}"/>
          </ac:spMkLst>
        </pc:spChg>
        <pc:picChg chg="add mod">
          <ac:chgData name="ABDUL SHAIK" userId="37e9e2edc0a58aeb" providerId="LiveId" clId="{5A9BD8D4-D2FE-4420-8A0A-EF31372BB950}" dt="2026-08-19T18:53:05.629" v="19" actId="14100"/>
          <ac:picMkLst>
            <pc:docMk/>
            <pc:sldMk cId="638920114" sldId="270"/>
            <ac:picMk id="3" creationId="{0355A47F-C391-6D87-A1C5-C478D8AF12E9}"/>
          </ac:picMkLst>
        </pc:picChg>
      </pc:sldChg>
      <pc:sldChg chg="addSp modSp new mod">
        <pc:chgData name="ABDUL SHAIK" userId="37e9e2edc0a58aeb" providerId="LiveId" clId="{5A9BD8D4-D2FE-4420-8A0A-EF31372BB950}" dt="2026-08-19T18:53:52.650" v="26" actId="14100"/>
        <pc:sldMkLst>
          <pc:docMk/>
          <pc:sldMk cId="1948350593" sldId="271"/>
        </pc:sldMkLst>
        <pc:picChg chg="add mod">
          <ac:chgData name="ABDUL SHAIK" userId="37e9e2edc0a58aeb" providerId="LiveId" clId="{5A9BD8D4-D2FE-4420-8A0A-EF31372BB950}" dt="2026-08-19T18:53:52.650" v="26" actId="14100"/>
          <ac:picMkLst>
            <pc:docMk/>
            <pc:sldMk cId="1948350593" sldId="271"/>
            <ac:picMk id="3" creationId="{E134ED73-CAD1-84F4-EE52-F4F415498F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0769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55A47F-C391-6D87-A1C5-C478D8AF1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0" y="0"/>
            <a:ext cx="11840547" cy="669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92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4ED73-CAD1-84F4-EE52-F4F41549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0" y="552048"/>
            <a:ext cx="10291665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50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248" y="4807571"/>
            <a:ext cx="3993500" cy="35650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IN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Abdul Razak Shaik (192524358)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3577" y="1839864"/>
            <a:ext cx="10824845" cy="99706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indent="0" algn="ctr">
              <a:buNone/>
            </a:pPr>
            <a:r>
              <a:rPr lang="en-IN" b="1" dirty="0"/>
              <a:t>GMM Background Modelling for Traffic Density Estimation at Intersections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63642" y="397890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SIMATS</a:t>
            </a:r>
            <a:r>
              <a:rPr sz="2800" spc="-145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3292163" y="828675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998C6-6E8D-C849-E0C2-3AE8F4285278}"/>
              </a:ext>
            </a:extLst>
          </p:cNvPr>
          <p:cNvSpPr txBox="1"/>
          <p:nvPr/>
        </p:nvSpPr>
        <p:spPr>
          <a:xfrm>
            <a:off x="3319370" y="3271849"/>
            <a:ext cx="555325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DSA0205- Computer Vision with Open CV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58B65-3735-FABC-979E-00BC3B70902A}"/>
              </a:ext>
            </a:extLst>
          </p:cNvPr>
          <p:cNvSpPr txBox="1"/>
          <p:nvPr/>
        </p:nvSpPr>
        <p:spPr>
          <a:xfrm>
            <a:off x="4626429" y="376145"/>
            <a:ext cx="23233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37D31-EF54-0EBC-E76D-2FE005EB3338}"/>
              </a:ext>
            </a:extLst>
          </p:cNvPr>
          <p:cNvSpPr txBox="1"/>
          <p:nvPr/>
        </p:nvSpPr>
        <p:spPr>
          <a:xfrm>
            <a:off x="873859" y="1823256"/>
            <a:ext cx="1091896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 (GMM)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separate moving vehicles from the static background in traffic surveillance videos.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first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video frames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an intersection camera and performs basic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models the background using multiple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distributions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it to handle changes in lighting, shadows, and small background movements.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vehicles are identified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foreground objects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comparing each frame with the learned background model.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vehicles are counted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estimate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density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intersection.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estimated density can be used to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low, medium, and high traffic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provides an efficient computer vision solution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monitoring and intelligent traffic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B6CD763-6950-0918-B4D1-33DE847C6F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181" y="153802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6BE12DA-9FED-C5EE-3EEE-A15EDED2BB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706" y="153802"/>
            <a:ext cx="1520113" cy="114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6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3C18FE18-B083-565A-5246-804233ACF3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13" name="object 4">
            <a:extLst>
              <a:ext uri="{FF2B5EF4-FFF2-40B4-BE49-F238E27FC236}">
                <a16:creationId xmlns:a16="http://schemas.microsoft.com/office/drawing/2014/main" id="{CEFF76AB-9EC5-5CFC-8C0F-8B5BE9E62F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64939A-AEC9-506B-703C-93582D3B6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833" y="871247"/>
            <a:ext cx="9908333" cy="55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5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7626D-A966-4AC9-7E90-5961546D9AD9}"/>
              </a:ext>
            </a:extLst>
          </p:cNvPr>
          <p:cNvSpPr txBox="1"/>
          <p:nvPr/>
        </p:nvSpPr>
        <p:spPr>
          <a:xfrm>
            <a:off x="2743200" y="2455664"/>
            <a:ext cx="77038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1" dirty="0"/>
              <a:t>  THANK YOU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C52C0A9-324E-9E41-2207-19BBE0D472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A7DAC9D-3CFE-02EB-E6A6-E02E7B0C9D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5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160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SIMATS ENGINEERING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SHAIK</cp:lastModifiedBy>
  <cp:revision>13</cp:revision>
  <dcterms:created xsi:type="dcterms:W3CDTF">2026-07-15T03:11:26Z</dcterms:created>
  <dcterms:modified xsi:type="dcterms:W3CDTF">2026-08-19T18:54:26Z</dcterms:modified>
</cp:coreProperties>
</file>