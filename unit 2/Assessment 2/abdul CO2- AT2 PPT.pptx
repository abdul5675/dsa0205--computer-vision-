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58" r:id="rId3"/>
    <p:sldId id="266" r:id="rId4"/>
    <p:sldId id="267" r:id="rId5"/>
    <p:sldId id="268" r:id="rId6"/>
    <p:sldId id="26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SHAIK" userId="37e9e2edc0a58aeb" providerId="LiveId" clId="{5A9BD8D4-D2FE-4420-8A0A-EF31372BB950}"/>
    <pc:docChg chg="undo custSel modSld">
      <pc:chgData name="ABDUL SHAIK" userId="37e9e2edc0a58aeb" providerId="LiveId" clId="{5A9BD8D4-D2FE-4420-8A0A-EF31372BB950}" dt="2026-08-12T04:42:37.874" v="4" actId="1076"/>
      <pc:docMkLst>
        <pc:docMk/>
      </pc:docMkLst>
      <pc:sldChg chg="modSp">
        <pc:chgData name="ABDUL SHAIK" userId="37e9e2edc0a58aeb" providerId="LiveId" clId="{5A9BD8D4-D2FE-4420-8A0A-EF31372BB950}" dt="2026-08-12T04:14:38.823" v="3" actId="20578"/>
        <pc:sldMkLst>
          <pc:docMk/>
          <pc:sldMk cId="2096066850" sldId="258"/>
        </pc:sldMkLst>
        <pc:spChg chg="mod">
          <ac:chgData name="ABDUL SHAIK" userId="37e9e2edc0a58aeb" providerId="LiveId" clId="{5A9BD8D4-D2FE-4420-8A0A-EF31372BB950}" dt="2026-08-12T04:14:38.823" v="3" actId="20578"/>
          <ac:spMkLst>
            <pc:docMk/>
            <pc:sldMk cId="2096066850" sldId="258"/>
            <ac:spMk id="5" creationId="{A1337D31-EF54-0EBC-E76D-2FE005EB3338}"/>
          </ac:spMkLst>
        </pc:spChg>
      </pc:sldChg>
      <pc:sldChg chg="addSp delSp modSp mod">
        <pc:chgData name="ABDUL SHAIK" userId="37e9e2edc0a58aeb" providerId="LiveId" clId="{5A9BD8D4-D2FE-4420-8A0A-EF31372BB950}" dt="2026-08-12T04:42:37.874" v="4" actId="1076"/>
        <pc:sldMkLst>
          <pc:docMk/>
          <pc:sldMk cId="3139058126" sldId="266"/>
        </pc:sldMkLst>
        <pc:graphicFrameChg chg="add del modGraphic">
          <ac:chgData name="ABDUL SHAIK" userId="37e9e2edc0a58aeb" providerId="LiveId" clId="{5A9BD8D4-D2FE-4420-8A0A-EF31372BB950}" dt="2026-08-12T04:11:20.698" v="1" actId="27309"/>
          <ac:graphicFrameMkLst>
            <pc:docMk/>
            <pc:sldMk cId="3139058126" sldId="266"/>
            <ac:graphicFrameMk id="3" creationId="{73CB7EF2-D309-36FF-09DA-EDFDAA4FCB0F}"/>
          </ac:graphicFrameMkLst>
        </pc:graphicFrameChg>
        <pc:picChg chg="mod">
          <ac:chgData name="ABDUL SHAIK" userId="37e9e2edc0a58aeb" providerId="LiveId" clId="{5A9BD8D4-D2FE-4420-8A0A-EF31372BB950}" dt="2026-08-12T04:42:37.874" v="4" actId="1076"/>
          <ac:picMkLst>
            <pc:docMk/>
            <pc:sldMk cId="3139058126" sldId="266"/>
            <ac:picMk id="9" creationId="{07C1FD15-6DA4-E5DE-B430-49F4C36619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0769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9248" y="4807571"/>
            <a:ext cx="3993500" cy="35650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620"/>
              </a:spcBef>
            </a:pPr>
            <a:r>
              <a:rPr lang="en-IN"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Abdul Razak Shaik (192524358)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508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3577" y="1839864"/>
            <a:ext cx="10824845" cy="566181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indent="0" algn="ctr">
              <a:buNone/>
            </a:pPr>
            <a:r>
              <a:rPr lang="en-IN" b="1" dirty="0"/>
              <a:t>Segmenting Building Rooftops from an Aerial Orthophoto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63642" y="397890"/>
            <a:ext cx="4043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SIMATS</a:t>
            </a:r>
            <a:r>
              <a:rPr sz="2800" spc="-145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3292163" y="828675"/>
            <a:ext cx="5186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998C6-6E8D-C849-E0C2-3AE8F4285278}"/>
              </a:ext>
            </a:extLst>
          </p:cNvPr>
          <p:cNvSpPr txBox="1"/>
          <p:nvPr/>
        </p:nvSpPr>
        <p:spPr>
          <a:xfrm>
            <a:off x="3319370" y="3271849"/>
            <a:ext cx="555325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DSA0205- Computer Vision with Open 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58B65-3735-FABC-979E-00BC3B70902A}"/>
              </a:ext>
            </a:extLst>
          </p:cNvPr>
          <p:cNvSpPr txBox="1"/>
          <p:nvPr/>
        </p:nvSpPr>
        <p:spPr>
          <a:xfrm>
            <a:off x="4626429" y="376145"/>
            <a:ext cx="23233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37D31-EF54-0EBC-E76D-2FE005EB3338}"/>
              </a:ext>
            </a:extLst>
          </p:cNvPr>
          <p:cNvSpPr txBox="1"/>
          <p:nvPr/>
        </p:nvSpPr>
        <p:spPr>
          <a:xfrm>
            <a:off x="1551992" y="1875348"/>
            <a:ext cx="908801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rooftop extraction from aerial orthophotos is an important task in urban mapping, planning, GIS analysis, and 3D city modelling. Manual identification of rooftops is time-consuming and difficult for large areas. This project proposes an automated semantic segmentation approach to identify building rooftops from high-resolution aerial orthophotos. A U-Net-based deep learning model is used to classify each pixel as either building or background. The predicted segmentation mask is then refined using post-processing techniques and converted into rooftop polygons. The proposed workflow can provide accurate and scalable building-footprint extraction for applications such as urban planning, disaster management, and geospatial analysis</a:t>
            </a:r>
            <a:r>
              <a:rPr lang="en-IN" sz="2400" dirty="0"/>
              <a:t>.</a:t>
            </a:r>
            <a:endParaRPr lang="en-IN" sz="2200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B6CD763-6950-0918-B4D1-33DE847C6F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181" y="153802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6BE12DA-9FED-C5EE-3EEE-A15EDED2BB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706" y="153802"/>
            <a:ext cx="1520113" cy="114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6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C1FD15-6DA4-E5DE-B430-49F4C3661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30020"/>
            <a:ext cx="10287000" cy="5675498"/>
          </a:xfrm>
          <a:prstGeom prst="rect">
            <a:avLst/>
          </a:prstGeom>
        </p:spPr>
      </p:pic>
      <p:pic>
        <p:nvPicPr>
          <p:cNvPr id="11" name="object 3">
            <a:extLst>
              <a:ext uri="{FF2B5EF4-FFF2-40B4-BE49-F238E27FC236}">
                <a16:creationId xmlns:a16="http://schemas.microsoft.com/office/drawing/2014/main" id="{3C18FE18-B083-565A-5246-804233ACF3E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13" name="object 4">
            <a:extLst>
              <a:ext uri="{FF2B5EF4-FFF2-40B4-BE49-F238E27FC236}">
                <a16:creationId xmlns:a16="http://schemas.microsoft.com/office/drawing/2014/main" id="{CEFF76AB-9EC5-5CFC-8C0F-8B5BE9E62FF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5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E1F2B6-B863-EAAC-0836-4A87E9430C0F}"/>
              </a:ext>
            </a:extLst>
          </p:cNvPr>
          <p:cNvSpPr txBox="1"/>
          <p:nvPr/>
        </p:nvSpPr>
        <p:spPr>
          <a:xfrm>
            <a:off x="1334453" y="971551"/>
            <a:ext cx="60979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 Preparation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aerial orthophotos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Create/obtain building labels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images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Model Training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U-Net semantic segmentation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orthophoto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building/non-building mask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trained model to unseen aerial images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building probability/segmentation masks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Post-processing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small noisy regions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gaps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building boundaries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Polygon Extraction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final mask into rooftop polygons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for GIS or 3D modelling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889B737A-E16E-6B9F-F15D-721ABF9D76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0A539228-2E8A-F50B-1D33-B78F5A6992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03663A-9742-542B-C6AB-87FF775576B1}"/>
              </a:ext>
            </a:extLst>
          </p:cNvPr>
          <p:cNvSpPr txBox="1"/>
          <p:nvPr/>
        </p:nvSpPr>
        <p:spPr>
          <a:xfrm>
            <a:off x="4483412" y="250495"/>
            <a:ext cx="60979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41940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2FB820-D012-EA69-852E-424455CFDE18}"/>
              </a:ext>
            </a:extLst>
          </p:cNvPr>
          <p:cNvSpPr txBox="1"/>
          <p:nvPr/>
        </p:nvSpPr>
        <p:spPr>
          <a:xfrm>
            <a:off x="1677352" y="1750398"/>
            <a:ext cx="84267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rooftop extraction from aerial imagery.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digitization effort.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can effectively learn building/non-building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Polygon outputs can support GIS and urban-planning applications.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improve performance on complex roofs, shadows, dense urban areas, and multi-level </a:t>
            </a:r>
            <a:r>
              <a:rPr lang="en-IN" sz="2400" dirty="0"/>
              <a:t>buildings</a:t>
            </a:r>
            <a:r>
              <a:rPr lang="en-IN" dirty="0"/>
              <a:t>. 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929E380F-C770-CD72-7CDC-B800EDE6C2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F4038B58-CB6B-9266-7371-008D036757E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CA9915-9B23-1E4A-67E0-AC7E3112067B}"/>
              </a:ext>
            </a:extLst>
          </p:cNvPr>
          <p:cNvSpPr txBox="1"/>
          <p:nvPr/>
        </p:nvSpPr>
        <p:spPr>
          <a:xfrm>
            <a:off x="4763453" y="417553"/>
            <a:ext cx="60979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16156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7626D-A966-4AC9-7E90-5961546D9AD9}"/>
              </a:ext>
            </a:extLst>
          </p:cNvPr>
          <p:cNvSpPr txBox="1"/>
          <p:nvPr/>
        </p:nvSpPr>
        <p:spPr>
          <a:xfrm>
            <a:off x="2743200" y="2455664"/>
            <a:ext cx="77038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b="1" dirty="0"/>
              <a:t>  THANK YOU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BC52C0A9-324E-9E41-2207-19BBE0D472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A7DAC9D-3CFE-02EB-E6A6-E02E7B0C9D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5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274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SHAIK</cp:lastModifiedBy>
  <cp:revision>11</cp:revision>
  <dcterms:created xsi:type="dcterms:W3CDTF">2026-07-15T03:11:26Z</dcterms:created>
  <dcterms:modified xsi:type="dcterms:W3CDTF">2026-08-12T04:49:18Z</dcterms:modified>
</cp:coreProperties>
</file>